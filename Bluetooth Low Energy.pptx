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isocè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rect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angle isocè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1" name="Connecteur droit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FD361785-31AB-4386-A151-9E1F8BFB509E}" type="datetimeFigureOut">
              <a:rPr lang="fr-FR" smtClean="0"/>
              <a:pPr/>
              <a:t>01/12/2015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78745E04-E8E9-413D-AD62-CAECBF3B33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Bluetooth </a:t>
            </a:r>
            <a:r>
              <a:rPr lang="fr-FR" dirty="0" err="1" smtClean="0"/>
              <a:t>Low</a:t>
            </a:r>
            <a:r>
              <a:rPr lang="fr-FR" dirty="0" smtClean="0"/>
              <a:t> </a:t>
            </a:r>
            <a:r>
              <a:rPr lang="fr-FR" dirty="0" err="1" smtClean="0"/>
              <a:t>Energy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COCHET Jonathan / GUERRIER Maxence</a:t>
            </a:r>
            <a:endParaRPr lang="fr-FR" dirty="0"/>
          </a:p>
        </p:txBody>
      </p:sp>
      <p:pic>
        <p:nvPicPr>
          <p:cNvPr id="4" name="Image 3" descr="Bluetooth_Smart_Logo.sv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600" y="3284984"/>
            <a:ext cx="4224469" cy="1584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Présentation de la technologie</a:t>
            </a:r>
          </a:p>
          <a:p>
            <a:r>
              <a:rPr lang="fr-FR" dirty="0" smtClean="0"/>
              <a:t>Présentation du projet</a:t>
            </a:r>
          </a:p>
          <a:p>
            <a:r>
              <a:rPr lang="fr-FR" smtClean="0"/>
              <a:t>Problèmes rencontrés</a:t>
            </a:r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Technologie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Signal sans-fil courte portée </a:t>
            </a:r>
            <a:r>
              <a:rPr lang="fr-FR" dirty="0" smtClean="0"/>
              <a:t>(100 m environ</a:t>
            </a:r>
            <a:r>
              <a:rPr lang="fr-FR" dirty="0" smtClean="0"/>
              <a:t>)</a:t>
            </a:r>
          </a:p>
          <a:p>
            <a:r>
              <a:rPr lang="fr-FR" dirty="0" smtClean="0"/>
              <a:t>1 Mbits en vitesse de transmission</a:t>
            </a:r>
          </a:p>
          <a:p>
            <a:r>
              <a:rPr lang="fr-FR" dirty="0" smtClean="0"/>
              <a:t>Utilisé dans les objets connectés, téléphones, tablettes…</a:t>
            </a:r>
          </a:p>
          <a:p>
            <a:r>
              <a:rPr lang="fr-FR" dirty="0" smtClean="0"/>
              <a:t>Ne consomme pratiquement rien (&lt;15mA</a:t>
            </a:r>
            <a:r>
              <a:rPr lang="fr-FR" dirty="0" smtClean="0"/>
              <a:t>) comparé </a:t>
            </a:r>
            <a:r>
              <a:rPr lang="fr-FR" smtClean="0"/>
              <a:t>au Bluetooth 4.0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Présentation du projet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Interfacer la carte ST </a:t>
            </a:r>
            <a:r>
              <a:rPr lang="fr-FR" dirty="0" err="1" smtClean="0"/>
              <a:t>Nucleo</a:t>
            </a:r>
            <a:r>
              <a:rPr lang="fr-FR" dirty="0" smtClean="0"/>
              <a:t> Expansion </a:t>
            </a:r>
            <a:r>
              <a:rPr lang="fr-FR" dirty="0" err="1" smtClean="0"/>
              <a:t>Board</a:t>
            </a:r>
            <a:r>
              <a:rPr lang="fr-FR" dirty="0" smtClean="0"/>
              <a:t> (IDB04A1) avec la LPC1549</a:t>
            </a:r>
          </a:p>
          <a:p>
            <a:r>
              <a:rPr lang="fr-FR" dirty="0" smtClean="0"/>
              <a:t>Communication SPI</a:t>
            </a:r>
          </a:p>
          <a:p>
            <a:r>
              <a:rPr lang="fr-FR" dirty="0" smtClean="0"/>
              <a:t>Montrer le fonctionnement du BLE en l’associant avec un téléphone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Problèmes rencontrés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Librairies non prévues pour la LPC1549</a:t>
            </a:r>
          </a:p>
          <a:p>
            <a:r>
              <a:rPr lang="fr-FR" dirty="0" smtClean="0"/>
              <a:t>Obliger de réadapter le driver de la STM32</a:t>
            </a:r>
          </a:p>
          <a:p>
            <a:r>
              <a:rPr lang="fr-FR" dirty="0" smtClean="0"/>
              <a:t>Manque de temps pour comprendre la librairie</a:t>
            </a: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430</TotalTime>
  <Words>106</Words>
  <Application>Microsoft Office PowerPoint</Application>
  <PresentationFormat>Affichage à l'écran (4:3)</PresentationFormat>
  <Paragraphs>45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Verve</vt:lpstr>
      <vt:lpstr>Bluetooth Low Energy</vt:lpstr>
      <vt:lpstr>Sommaire</vt:lpstr>
      <vt:lpstr>Technologie</vt:lpstr>
      <vt:lpstr>Présentation du projet</vt:lpstr>
      <vt:lpstr>Problèmes rencontrés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Etudiant</cp:lastModifiedBy>
  <cp:revision>28</cp:revision>
  <dcterms:created xsi:type="dcterms:W3CDTF">2015-11-30T08:51:36Z</dcterms:created>
  <dcterms:modified xsi:type="dcterms:W3CDTF">2015-12-01T10:36:01Z</dcterms:modified>
</cp:coreProperties>
</file>